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2668DD-B1F7-456D-9BAE-8D9873FCC7D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AE252E-B45F-4A92-96DC-AFBB1F23D376}">
      <dgm:prSet phldrT="[Text]"/>
      <dgm:spPr/>
      <dgm:t>
        <a:bodyPr/>
        <a:lstStyle/>
        <a:p>
          <a:r>
            <a:rPr lang="vi-VN" dirty="0"/>
            <a:t>Học tập </a:t>
          </a:r>
          <a:endParaRPr lang="en-US" dirty="0"/>
        </a:p>
      </dgm:t>
    </dgm:pt>
    <dgm:pt modelId="{18DE75C5-12C6-4F66-94FF-458CD0A9C507}" type="parTrans" cxnId="{E9C4E782-C196-4DAB-943C-9CE61482C114}">
      <dgm:prSet/>
      <dgm:spPr/>
      <dgm:t>
        <a:bodyPr/>
        <a:lstStyle/>
        <a:p>
          <a:endParaRPr lang="en-US"/>
        </a:p>
      </dgm:t>
    </dgm:pt>
    <dgm:pt modelId="{A753BA3A-3088-48E7-B0DA-6643D76CB0B4}" type="sibTrans" cxnId="{E9C4E782-C196-4DAB-943C-9CE61482C114}">
      <dgm:prSet/>
      <dgm:spPr/>
      <dgm:t>
        <a:bodyPr/>
        <a:lstStyle/>
        <a:p>
          <a:endParaRPr lang="en-US"/>
        </a:p>
      </dgm:t>
    </dgm:pt>
    <dgm:pt modelId="{97DE98F2-BAB4-4704-99CA-D6DB6E18018F}">
      <dgm:prSet phldrT="[Text]"/>
      <dgm:spPr/>
      <dgm:t>
        <a:bodyPr/>
        <a:lstStyle/>
        <a:p>
          <a:r>
            <a:rPr lang="vi-VN" dirty="0"/>
            <a:t>Thực hành</a:t>
          </a:r>
          <a:endParaRPr lang="en-US" dirty="0"/>
        </a:p>
      </dgm:t>
    </dgm:pt>
    <dgm:pt modelId="{F157F4C2-964D-4213-BCA9-0D619469F435}" type="parTrans" cxnId="{8FE38420-3EB8-4174-9D59-8E22CEF3F5DE}">
      <dgm:prSet/>
      <dgm:spPr/>
      <dgm:t>
        <a:bodyPr/>
        <a:lstStyle/>
        <a:p>
          <a:endParaRPr lang="en-US"/>
        </a:p>
      </dgm:t>
    </dgm:pt>
    <dgm:pt modelId="{EE82F817-7DF2-4EFB-BC15-5B7DC287843A}" type="sibTrans" cxnId="{8FE38420-3EB8-4174-9D59-8E22CEF3F5DE}">
      <dgm:prSet/>
      <dgm:spPr/>
      <dgm:t>
        <a:bodyPr/>
        <a:lstStyle/>
        <a:p>
          <a:endParaRPr lang="en-US"/>
        </a:p>
      </dgm:t>
    </dgm:pt>
    <dgm:pt modelId="{AB2C3930-46AF-460E-803C-873F74693369}">
      <dgm:prSet phldrT="[Text]"/>
      <dgm:spPr/>
      <dgm:t>
        <a:bodyPr/>
        <a:lstStyle/>
        <a:p>
          <a:r>
            <a:rPr lang="vi-VN" dirty="0"/>
            <a:t>Phát triển</a:t>
          </a:r>
          <a:endParaRPr lang="en-US" dirty="0"/>
        </a:p>
      </dgm:t>
    </dgm:pt>
    <dgm:pt modelId="{A535E56E-C72D-454A-8313-59A58D92941E}" type="parTrans" cxnId="{72CAB24D-6654-47ED-8A06-BEEEC9622246}">
      <dgm:prSet/>
      <dgm:spPr/>
      <dgm:t>
        <a:bodyPr/>
        <a:lstStyle/>
        <a:p>
          <a:endParaRPr lang="en-US"/>
        </a:p>
      </dgm:t>
    </dgm:pt>
    <dgm:pt modelId="{2967F05A-1CF8-48E7-9BC0-B816A0BE2192}" type="sibTrans" cxnId="{72CAB24D-6654-47ED-8A06-BEEEC9622246}">
      <dgm:prSet/>
      <dgm:spPr/>
      <dgm:t>
        <a:bodyPr/>
        <a:lstStyle/>
        <a:p>
          <a:endParaRPr lang="en-US"/>
        </a:p>
      </dgm:t>
    </dgm:pt>
    <dgm:pt modelId="{71B04DF6-C13D-4A18-B4AD-A88D3435FC0E}">
      <dgm:prSet phldrT="[Text]"/>
      <dgm:spPr/>
      <dgm:t>
        <a:bodyPr/>
        <a:lstStyle/>
        <a:p>
          <a:r>
            <a:rPr lang="vi-VN" dirty="0"/>
            <a:t>Đánh giá </a:t>
          </a:r>
          <a:endParaRPr lang="en-US" dirty="0"/>
        </a:p>
      </dgm:t>
    </dgm:pt>
    <dgm:pt modelId="{0462ADBD-17D6-4A4B-BF01-C5A6324ADA2A}" type="parTrans" cxnId="{3CEBCD4F-020B-434D-A057-8787EFEA7271}">
      <dgm:prSet/>
      <dgm:spPr/>
      <dgm:t>
        <a:bodyPr/>
        <a:lstStyle/>
        <a:p>
          <a:endParaRPr lang="en-US"/>
        </a:p>
      </dgm:t>
    </dgm:pt>
    <dgm:pt modelId="{C0BBA34B-84DC-4370-AB4F-925C499D4DDA}" type="sibTrans" cxnId="{3CEBCD4F-020B-434D-A057-8787EFEA7271}">
      <dgm:prSet/>
      <dgm:spPr/>
      <dgm:t>
        <a:bodyPr/>
        <a:lstStyle/>
        <a:p>
          <a:endParaRPr lang="en-US"/>
        </a:p>
      </dgm:t>
    </dgm:pt>
    <dgm:pt modelId="{42F3726C-D326-420E-A217-1632BB9EE691}" type="pres">
      <dgm:prSet presAssocID="{F32668DD-B1F7-456D-9BAE-8D9873FCC7D1}" presName="Name0" presStyleCnt="0">
        <dgm:presLayoutVars>
          <dgm:dir/>
          <dgm:animLvl val="lvl"/>
          <dgm:resizeHandles val="exact"/>
        </dgm:presLayoutVars>
      </dgm:prSet>
      <dgm:spPr/>
    </dgm:pt>
    <dgm:pt modelId="{E8EE2D69-56B5-4735-958D-F9A7365D7EF9}" type="pres">
      <dgm:prSet presAssocID="{5CAE252E-B45F-4A92-96DC-AFBB1F23D376}" presName="parTxOnly" presStyleLbl="node1" presStyleIdx="0" presStyleCnt="4" custScaleY="104009" custLinFactNeighborX="-91190" custLinFactNeighborY="6366">
        <dgm:presLayoutVars>
          <dgm:chMax val="0"/>
          <dgm:chPref val="0"/>
          <dgm:bulletEnabled val="1"/>
        </dgm:presLayoutVars>
      </dgm:prSet>
      <dgm:spPr/>
    </dgm:pt>
    <dgm:pt modelId="{124A7C8E-3155-4557-9E91-89589976CAA6}" type="pres">
      <dgm:prSet presAssocID="{A753BA3A-3088-48E7-B0DA-6643D76CB0B4}" presName="parTxOnlySpace" presStyleCnt="0"/>
      <dgm:spPr/>
    </dgm:pt>
    <dgm:pt modelId="{D448D56A-9446-49A1-8DE3-667C577445C5}" type="pres">
      <dgm:prSet presAssocID="{97DE98F2-BAB4-4704-99CA-D6DB6E18018F}" presName="parTxOnly" presStyleLbl="node1" presStyleIdx="1" presStyleCnt="4" custLinFactY="25358" custLinFactNeighborX="-64469" custLinFactNeighborY="100000">
        <dgm:presLayoutVars>
          <dgm:chMax val="0"/>
          <dgm:chPref val="0"/>
          <dgm:bulletEnabled val="1"/>
        </dgm:presLayoutVars>
      </dgm:prSet>
      <dgm:spPr/>
    </dgm:pt>
    <dgm:pt modelId="{40D8790D-4A1C-41AD-9E92-63AA671CEB42}" type="pres">
      <dgm:prSet presAssocID="{EE82F817-7DF2-4EFB-BC15-5B7DC287843A}" presName="parTxOnlySpace" presStyleCnt="0"/>
      <dgm:spPr/>
    </dgm:pt>
    <dgm:pt modelId="{4C691B6B-8FB2-4389-AACF-9BF3C771A311}" type="pres">
      <dgm:prSet presAssocID="{71B04DF6-C13D-4A18-B4AD-A88D3435FC0E}" presName="parTxOnly" presStyleLbl="node1" presStyleIdx="2" presStyleCnt="4" custLinFactNeighborX="-64469" custLinFactNeighborY="-2004">
        <dgm:presLayoutVars>
          <dgm:chMax val="0"/>
          <dgm:chPref val="0"/>
          <dgm:bulletEnabled val="1"/>
        </dgm:presLayoutVars>
      </dgm:prSet>
      <dgm:spPr/>
    </dgm:pt>
    <dgm:pt modelId="{992E7905-1136-4995-B7DD-D720BB85297E}" type="pres">
      <dgm:prSet presAssocID="{C0BBA34B-84DC-4370-AB4F-925C499D4DDA}" presName="parTxOnlySpace" presStyleCnt="0"/>
      <dgm:spPr/>
    </dgm:pt>
    <dgm:pt modelId="{288E9045-A06C-4A80-B1AC-E1A4D0A927DF}" type="pres">
      <dgm:prSet presAssocID="{AB2C3930-46AF-460E-803C-873F74693369}" presName="parTxOnly" presStyleLbl="node1" presStyleIdx="3" presStyleCnt="4" custLinFactNeighborX="-78336" custLinFactNeighborY="830">
        <dgm:presLayoutVars>
          <dgm:chMax val="0"/>
          <dgm:chPref val="0"/>
          <dgm:bulletEnabled val="1"/>
        </dgm:presLayoutVars>
      </dgm:prSet>
      <dgm:spPr/>
    </dgm:pt>
  </dgm:ptLst>
  <dgm:cxnLst>
    <dgm:cxn modelId="{2CF2A310-83F8-4D54-978D-334D6764A4BC}" type="presOf" srcId="{71B04DF6-C13D-4A18-B4AD-A88D3435FC0E}" destId="{4C691B6B-8FB2-4389-AACF-9BF3C771A311}" srcOrd="0" destOrd="0" presId="urn:microsoft.com/office/officeart/2005/8/layout/chevron1"/>
    <dgm:cxn modelId="{99AF6716-EFF7-4AFC-B639-E68FBFB7A649}" type="presOf" srcId="{AB2C3930-46AF-460E-803C-873F74693369}" destId="{288E9045-A06C-4A80-B1AC-E1A4D0A927DF}" srcOrd="0" destOrd="0" presId="urn:microsoft.com/office/officeart/2005/8/layout/chevron1"/>
    <dgm:cxn modelId="{8FE38420-3EB8-4174-9D59-8E22CEF3F5DE}" srcId="{F32668DD-B1F7-456D-9BAE-8D9873FCC7D1}" destId="{97DE98F2-BAB4-4704-99CA-D6DB6E18018F}" srcOrd="1" destOrd="0" parTransId="{F157F4C2-964D-4213-BCA9-0D619469F435}" sibTransId="{EE82F817-7DF2-4EFB-BC15-5B7DC287843A}"/>
    <dgm:cxn modelId="{58044269-01FF-4D83-AFBF-B8C39504CBB0}" type="presOf" srcId="{5CAE252E-B45F-4A92-96DC-AFBB1F23D376}" destId="{E8EE2D69-56B5-4735-958D-F9A7365D7EF9}" srcOrd="0" destOrd="0" presId="urn:microsoft.com/office/officeart/2005/8/layout/chevron1"/>
    <dgm:cxn modelId="{72CAB24D-6654-47ED-8A06-BEEEC9622246}" srcId="{F32668DD-B1F7-456D-9BAE-8D9873FCC7D1}" destId="{AB2C3930-46AF-460E-803C-873F74693369}" srcOrd="3" destOrd="0" parTransId="{A535E56E-C72D-454A-8313-59A58D92941E}" sibTransId="{2967F05A-1CF8-48E7-9BC0-B816A0BE2192}"/>
    <dgm:cxn modelId="{3CEBCD4F-020B-434D-A057-8787EFEA7271}" srcId="{F32668DD-B1F7-456D-9BAE-8D9873FCC7D1}" destId="{71B04DF6-C13D-4A18-B4AD-A88D3435FC0E}" srcOrd="2" destOrd="0" parTransId="{0462ADBD-17D6-4A4B-BF01-C5A6324ADA2A}" sibTransId="{C0BBA34B-84DC-4370-AB4F-925C499D4DDA}"/>
    <dgm:cxn modelId="{E9C4E782-C196-4DAB-943C-9CE61482C114}" srcId="{F32668DD-B1F7-456D-9BAE-8D9873FCC7D1}" destId="{5CAE252E-B45F-4A92-96DC-AFBB1F23D376}" srcOrd="0" destOrd="0" parTransId="{18DE75C5-12C6-4F66-94FF-458CD0A9C507}" sibTransId="{A753BA3A-3088-48E7-B0DA-6643D76CB0B4}"/>
    <dgm:cxn modelId="{53D190C1-4989-4CD5-9469-277ABC207C58}" type="presOf" srcId="{F32668DD-B1F7-456D-9BAE-8D9873FCC7D1}" destId="{42F3726C-D326-420E-A217-1632BB9EE691}" srcOrd="0" destOrd="0" presId="urn:microsoft.com/office/officeart/2005/8/layout/chevron1"/>
    <dgm:cxn modelId="{BF19C2F0-1801-4799-A706-2CB422B1059C}" type="presOf" srcId="{97DE98F2-BAB4-4704-99CA-D6DB6E18018F}" destId="{D448D56A-9446-49A1-8DE3-667C577445C5}" srcOrd="0" destOrd="0" presId="urn:microsoft.com/office/officeart/2005/8/layout/chevron1"/>
    <dgm:cxn modelId="{9FA75E04-DFDA-4AD8-A14A-98B9217D5C1E}" type="presParOf" srcId="{42F3726C-D326-420E-A217-1632BB9EE691}" destId="{E8EE2D69-56B5-4735-958D-F9A7365D7EF9}" srcOrd="0" destOrd="0" presId="urn:microsoft.com/office/officeart/2005/8/layout/chevron1"/>
    <dgm:cxn modelId="{05645DAC-3519-49FC-A3BB-12E43EC0C771}" type="presParOf" srcId="{42F3726C-D326-420E-A217-1632BB9EE691}" destId="{124A7C8E-3155-4557-9E91-89589976CAA6}" srcOrd="1" destOrd="0" presId="urn:microsoft.com/office/officeart/2005/8/layout/chevron1"/>
    <dgm:cxn modelId="{57870869-3173-4B73-A989-3A7DA7A8FB70}" type="presParOf" srcId="{42F3726C-D326-420E-A217-1632BB9EE691}" destId="{D448D56A-9446-49A1-8DE3-667C577445C5}" srcOrd="2" destOrd="0" presId="urn:microsoft.com/office/officeart/2005/8/layout/chevron1"/>
    <dgm:cxn modelId="{7F3DCEC9-BD6F-4C06-A3BB-86200FA38CB9}" type="presParOf" srcId="{42F3726C-D326-420E-A217-1632BB9EE691}" destId="{40D8790D-4A1C-41AD-9E92-63AA671CEB42}" srcOrd="3" destOrd="0" presId="urn:microsoft.com/office/officeart/2005/8/layout/chevron1"/>
    <dgm:cxn modelId="{C3CEA9D0-8697-45B9-9463-94A255443B4F}" type="presParOf" srcId="{42F3726C-D326-420E-A217-1632BB9EE691}" destId="{4C691B6B-8FB2-4389-AACF-9BF3C771A311}" srcOrd="4" destOrd="0" presId="urn:microsoft.com/office/officeart/2005/8/layout/chevron1"/>
    <dgm:cxn modelId="{D9602392-74F7-4EE2-A8E2-7E91F93A09B6}" type="presParOf" srcId="{42F3726C-D326-420E-A217-1632BB9EE691}" destId="{992E7905-1136-4995-B7DD-D720BB85297E}" srcOrd="5" destOrd="0" presId="urn:microsoft.com/office/officeart/2005/8/layout/chevron1"/>
    <dgm:cxn modelId="{4807F67D-9B0C-417E-8938-4B75E5A32E8B}" type="presParOf" srcId="{42F3726C-D326-420E-A217-1632BB9EE691}" destId="{288E9045-A06C-4A80-B1AC-E1A4D0A927DF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E2D69-56B5-4735-958D-F9A7365D7EF9}">
      <dsp:nvSpPr>
        <dsp:cNvPr id="0" name=""/>
        <dsp:cNvSpPr/>
      </dsp:nvSpPr>
      <dsp:spPr>
        <a:xfrm>
          <a:off x="0" y="0"/>
          <a:ext cx="2206565" cy="918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kern="1200" dirty="0"/>
            <a:t>Học tập </a:t>
          </a:r>
          <a:endParaRPr lang="en-US" sz="2900" kern="1200" dirty="0"/>
        </a:p>
      </dsp:txBody>
      <dsp:txXfrm>
        <a:off x="459004" y="0"/>
        <a:ext cx="1288558" cy="918007"/>
      </dsp:txXfrm>
    </dsp:sp>
    <dsp:sp modelId="{D448D56A-9446-49A1-8DE3-667C577445C5}">
      <dsp:nvSpPr>
        <dsp:cNvPr id="0" name=""/>
        <dsp:cNvSpPr/>
      </dsp:nvSpPr>
      <dsp:spPr>
        <a:xfrm>
          <a:off x="1847444" y="35384"/>
          <a:ext cx="2206565" cy="8826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kern="1200" dirty="0"/>
            <a:t>Thực hành</a:t>
          </a:r>
          <a:endParaRPr lang="en-US" sz="2900" kern="1200" dirty="0"/>
        </a:p>
      </dsp:txBody>
      <dsp:txXfrm>
        <a:off x="2288755" y="35384"/>
        <a:ext cx="1323943" cy="882622"/>
      </dsp:txXfrm>
    </dsp:sp>
    <dsp:sp modelId="{4C691B6B-8FB2-4389-AACF-9BF3C771A311}">
      <dsp:nvSpPr>
        <dsp:cNvPr id="0" name=""/>
        <dsp:cNvSpPr/>
      </dsp:nvSpPr>
      <dsp:spPr>
        <a:xfrm>
          <a:off x="3833353" y="4"/>
          <a:ext cx="2206565" cy="8826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kern="1200" dirty="0"/>
            <a:t>Đánh giá </a:t>
          </a:r>
          <a:endParaRPr lang="en-US" sz="2900" kern="1200" dirty="0"/>
        </a:p>
      </dsp:txBody>
      <dsp:txXfrm>
        <a:off x="4274664" y="4"/>
        <a:ext cx="1323943" cy="882622"/>
      </dsp:txXfrm>
    </dsp:sp>
    <dsp:sp modelId="{288E9045-A06C-4A80-B1AC-E1A4D0A927DF}">
      <dsp:nvSpPr>
        <dsp:cNvPr id="0" name=""/>
        <dsp:cNvSpPr/>
      </dsp:nvSpPr>
      <dsp:spPr>
        <a:xfrm>
          <a:off x="5788663" y="25017"/>
          <a:ext cx="2206565" cy="8826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900" kern="1200" dirty="0"/>
            <a:t>Phát triển</a:t>
          </a:r>
          <a:endParaRPr lang="en-US" sz="2900" kern="1200" dirty="0"/>
        </a:p>
      </dsp:txBody>
      <dsp:txXfrm>
        <a:off x="6229974" y="25017"/>
        <a:ext cx="1323943" cy="882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6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7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1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0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2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0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9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9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23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3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56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6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61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89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35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1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91071F-08E3-4D14-9196-4A86E0BFCF7C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7278C9-E916-4621-96E3-B953C8FC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4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DC48-DB63-C12F-FF56-AFEF4A2B6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6901" y="531621"/>
            <a:ext cx="8574622" cy="2616199"/>
          </a:xfrm>
        </p:spPr>
        <p:txBody>
          <a:bodyPr/>
          <a:lstStyle/>
          <a:p>
            <a:pPr algn="ctr"/>
            <a:r>
              <a:rPr lang="en-US" dirty="0"/>
              <a:t>Infographic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3E6D7-CABC-7110-7F29-980C044142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455BC7-6BAC-5DA3-3437-F40D62813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4611442"/>
              </p:ext>
            </p:extLst>
          </p:nvPr>
        </p:nvGraphicFramePr>
        <p:xfrm>
          <a:off x="2853168" y="3056852"/>
          <a:ext cx="8171873" cy="918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Advertising with solid fill">
            <a:extLst>
              <a:ext uri="{FF2B5EF4-FFF2-40B4-BE49-F238E27FC236}">
                <a16:creationId xmlns:a16="http://schemas.microsoft.com/office/drawing/2014/main" id="{889FA47F-5451-C3C0-6616-EABF7F2F49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6318" y="3974859"/>
            <a:ext cx="914400" cy="914400"/>
          </a:xfrm>
          <a:prstGeom prst="rect">
            <a:avLst/>
          </a:prstGeom>
        </p:spPr>
      </p:pic>
      <p:pic>
        <p:nvPicPr>
          <p:cNvPr id="8" name="Graphic 7" descr="Architecture with solid fill">
            <a:extLst>
              <a:ext uri="{FF2B5EF4-FFF2-40B4-BE49-F238E27FC236}">
                <a16:creationId xmlns:a16="http://schemas.microsoft.com/office/drawing/2014/main" id="{F3F7C4F2-4946-DCF4-84DE-433D4C995F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51763" y="3896591"/>
            <a:ext cx="914400" cy="914400"/>
          </a:xfrm>
          <a:prstGeom prst="rect">
            <a:avLst/>
          </a:prstGeom>
        </p:spPr>
      </p:pic>
      <p:pic>
        <p:nvPicPr>
          <p:cNvPr id="10" name="Graphic 9" descr="Books outline">
            <a:extLst>
              <a:ext uri="{FF2B5EF4-FFF2-40B4-BE49-F238E27FC236}">
                <a16:creationId xmlns:a16="http://schemas.microsoft.com/office/drawing/2014/main" id="{45B340FC-73DA-E45D-AD02-6F1044935A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95307" y="3996267"/>
            <a:ext cx="914400" cy="914400"/>
          </a:xfrm>
          <a:prstGeom prst="rect">
            <a:avLst/>
          </a:prstGeom>
        </p:spPr>
      </p:pic>
      <p:pic>
        <p:nvPicPr>
          <p:cNvPr id="12" name="Graphic 11" descr="Arrow: Counter-clockwise curve with solid fill">
            <a:extLst>
              <a:ext uri="{FF2B5EF4-FFF2-40B4-BE49-F238E27FC236}">
                <a16:creationId xmlns:a16="http://schemas.microsoft.com/office/drawing/2014/main" id="{A0EDFDDC-2632-B4ED-7793-E5D48FA522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4832136">
            <a:off x="9415049" y="39748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61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Corbel</vt:lpstr>
      <vt:lpstr>Parallax</vt:lpstr>
      <vt:lpstr>Infographic về kỹ năng cá nhân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1</cp:revision>
  <dcterms:created xsi:type="dcterms:W3CDTF">2025-09-30T14:50:19Z</dcterms:created>
  <dcterms:modified xsi:type="dcterms:W3CDTF">2025-09-30T14:59:58Z</dcterms:modified>
</cp:coreProperties>
</file>