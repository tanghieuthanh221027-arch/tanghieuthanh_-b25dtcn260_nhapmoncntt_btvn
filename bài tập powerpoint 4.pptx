
<file path=[Content_Types].xml><?xml version="1.0" encoding="utf-8"?>
<Types xmlns="http://schemas.openxmlformats.org/package/2006/content-types">
  <Default Extension="glb" ContentType="model/gltf.binary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03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0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1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56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80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95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799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56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38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77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2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790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17/06/relationships/model3d" Target="../media/model3d1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141F87-289D-7069-7DB9-D458A5A345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1779" b="1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9F943F-B1BD-B5EE-AE52-C1AC75A88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vi-VN" sz="6000">
                <a:solidFill>
                  <a:srgbClr val="FFFFFF"/>
                </a:solidFill>
              </a:rPr>
              <a:t>Hình ảnh minh họa </a:t>
            </a:r>
            <a:endParaRPr lang="en-US" sz="60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3109A-4DDA-5C26-91A5-9A6C78273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vi-VN" sz="2400">
                <a:solidFill>
                  <a:srgbClr val="FFFFFF"/>
                </a:solidFill>
              </a:rPr>
              <a:t>Bài tập PowerPoint 4</a:t>
            </a: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Green lights in the sky&#10;&#10;AI-generated content may be incorrect.">
            <a:extLst>
              <a:ext uri="{FF2B5EF4-FFF2-40B4-BE49-F238E27FC236}">
                <a16:creationId xmlns:a16="http://schemas.microsoft.com/office/drawing/2014/main" id="{D1590439-1786-7442-AC6E-79D3BC341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655" y="508090"/>
            <a:ext cx="3433390" cy="5150085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 descr="Hexagonal Pyramid Red">
                <a:extLst>
                  <a:ext uri="{FF2B5EF4-FFF2-40B4-BE49-F238E27FC236}">
                    <a16:creationId xmlns:a16="http://schemas.microsoft.com/office/drawing/2014/main" id="{412AF5E8-7D1F-5869-743B-9610D7EDC79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564260537"/>
                  </p:ext>
                </p:extLst>
              </p:nvPr>
            </p:nvGraphicFramePr>
            <p:xfrm>
              <a:off x="9233413" y="1288297"/>
              <a:ext cx="2717217" cy="3589670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717217" cy="3589670"/>
                    </a:xfrm>
                    <a:prstGeom prst="rect">
                      <a:avLst/>
                    </a:prstGeom>
                  </am3d:spPr>
                  <am3d:camera>
                    <am3d:pos x="0" y="0" z="6646428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637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3114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 descr="Hexagonal Pyramid Red">
                <a:extLst>
                  <a:ext uri="{FF2B5EF4-FFF2-40B4-BE49-F238E27FC236}">
                    <a16:creationId xmlns:a16="http://schemas.microsoft.com/office/drawing/2014/main" id="{412AF5E8-7D1F-5869-743B-9610D7EDC7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33413" y="1288297"/>
                <a:ext cx="2717217" cy="358967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4190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Bierstadt</vt:lpstr>
      <vt:lpstr>GestaltVTI</vt:lpstr>
      <vt:lpstr>Hình ảnh minh họa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Hiếu Thành</dc:creator>
  <cp:lastModifiedBy>Hiếu Thành</cp:lastModifiedBy>
  <cp:revision>1</cp:revision>
  <dcterms:created xsi:type="dcterms:W3CDTF">2025-09-30T01:25:48Z</dcterms:created>
  <dcterms:modified xsi:type="dcterms:W3CDTF">2025-09-30T01:31:43Z</dcterms:modified>
</cp:coreProperties>
</file>