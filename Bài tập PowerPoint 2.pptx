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1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0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6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4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8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4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4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5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0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8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2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6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DEF10-47A4-3C0E-E39B-AD9F874F3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38" b="21203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33856-4824-F35A-CD42-647EB9779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vi-VN">
                <a:solidFill>
                  <a:srgbClr val="FFFFFF"/>
                </a:solidFill>
              </a:rPr>
              <a:t>Bài tập PowerPoint 2 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E686E-C6B2-2450-053C-C407E7575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vi-VN">
                <a:solidFill>
                  <a:srgbClr val="FFFFFF"/>
                </a:solidFill>
              </a:rPr>
              <a:t>Tăng Hiếu Thành </a:t>
            </a: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277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Calisto MT</vt:lpstr>
      <vt:lpstr>Univers Condensed</vt:lpstr>
      <vt:lpstr>ChronicleVTI</vt:lpstr>
      <vt:lpstr>Bài tập PowerPoint 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2</cp:revision>
  <dcterms:created xsi:type="dcterms:W3CDTF">2025-09-30T00:21:05Z</dcterms:created>
  <dcterms:modified xsi:type="dcterms:W3CDTF">2025-09-30T12:11:30Z</dcterms:modified>
</cp:coreProperties>
</file>