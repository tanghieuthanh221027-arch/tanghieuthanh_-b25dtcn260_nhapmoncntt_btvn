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0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5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7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5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38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0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7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8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25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7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1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515D2427-A580-8855-EBC3-E64E60B6218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597" b="10134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966E1A-0BBC-8A76-19C1-A86E86E14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vi-VN" sz="5400">
                <a:solidFill>
                  <a:srgbClr val="FFFFFF"/>
                </a:solidFill>
              </a:rPr>
              <a:t>Biến đổi khí hậu</a:t>
            </a:r>
            <a:endParaRPr lang="en-US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38C64-7ED3-949B-84C3-DFD2EAFE72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endParaRPr lang="en-US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827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Ứng phó tích cực với biến đổi khí hậu | Báo Nhân Dân điện tử">
            <a:extLst>
              <a:ext uri="{FF2B5EF4-FFF2-40B4-BE49-F238E27FC236}">
                <a16:creationId xmlns:a16="http://schemas.microsoft.com/office/drawing/2014/main" id="{A3434312-16DE-E1A3-5BA4-76EFEE3103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07570E-B7D6-D057-FB74-330847F21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923" y="1482602"/>
            <a:ext cx="7588155" cy="2236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vi-VN" sz="5400" dirty="0">
                <a:solidFill>
                  <a:srgbClr val="FFFFFF"/>
                </a:solidFill>
              </a:rPr>
              <a:t>Khí hậu</a:t>
            </a:r>
            <a:endParaRPr lang="en-US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42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3B878-7DE1-7660-6C3A-997E736F0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642" y="1104181"/>
            <a:ext cx="3406543" cy="27797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dirty="0"/>
          </a:p>
        </p:txBody>
      </p:sp>
      <p:pic>
        <p:nvPicPr>
          <p:cNvPr id="2050" name="Picture 2" descr="Thực trạng biến đổi khí hậu ở Việt Nam năm 2024 như thế nào?">
            <a:extLst>
              <a:ext uri="{FF2B5EF4-FFF2-40B4-BE49-F238E27FC236}">
                <a16:creationId xmlns:a16="http://schemas.microsoft.com/office/drawing/2014/main" id="{EF580822-46D8-4DD1-BED4-AEF827050C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6814" y="674709"/>
            <a:ext cx="7712015" cy="550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5316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4" name="Rectangle 3083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Nguyên nhân và ảnh hưởng của biến đổi khí hậu đối với con người">
            <a:extLst>
              <a:ext uri="{FF2B5EF4-FFF2-40B4-BE49-F238E27FC236}">
                <a16:creationId xmlns:a16="http://schemas.microsoft.com/office/drawing/2014/main" id="{DF99E430-8321-23F9-9000-42E9387AF2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" t="9320" r="-1" b="-1"/>
          <a:stretch>
            <a:fillRect/>
          </a:stretch>
        </p:blipFill>
        <p:spPr bwMode="auto">
          <a:xfrm>
            <a:off x="-1" y="-1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Rectangle 3085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08385"/>
            <a:ext cx="12191999" cy="194961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410079-44D1-41AD-2B82-57C3BDC89C23}"/>
              </a:ext>
            </a:extLst>
          </p:cNvPr>
          <p:cNvSpPr txBox="1"/>
          <p:nvPr/>
        </p:nvSpPr>
        <p:spPr>
          <a:xfrm>
            <a:off x="228601" y="374072"/>
            <a:ext cx="314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Hậu quả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040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Phát triển công trình xanh thích ứng với biến đổi khí hậu tại Việt Nam">
            <a:extLst>
              <a:ext uri="{FF2B5EF4-FFF2-40B4-BE49-F238E27FC236}">
                <a16:creationId xmlns:a16="http://schemas.microsoft.com/office/drawing/2014/main" id="{3D0A5D2B-C1AF-08A0-BB1E-A16FD3EEE3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8" r="844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49000">
                <a:srgbClr val="000000">
                  <a:alpha val="47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3ACDC-7841-D06C-A811-E9DC02D8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18" y="1878366"/>
            <a:ext cx="4671319" cy="18858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855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78A583-16B8-A4D5-5559-84DB4ACF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420" y="1387927"/>
            <a:ext cx="3212502" cy="1942773"/>
          </a:xfrm>
        </p:spPr>
        <p:txBody>
          <a:bodyPr anchor="b">
            <a:normAutofit/>
          </a:bodyPr>
          <a:lstStyle/>
          <a:p>
            <a:endParaRPr lang="en-US" dirty="0"/>
          </a:p>
        </p:txBody>
      </p:sp>
      <p:pic>
        <p:nvPicPr>
          <p:cNvPr id="5122" name="Picture 2" descr="Biến đổi khí hậu từ góc nhìn đối ngoại và một số vấn đề đặt ra đối với Việt  Nam">
            <a:extLst>
              <a:ext uri="{FF2B5EF4-FFF2-40B4-BE49-F238E27FC236}">
                <a16:creationId xmlns:a16="http://schemas.microsoft.com/office/drawing/2014/main" id="{6FB2DB56-02C7-A647-0EC7-5AC9CAAED1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7" r="14332" b="1"/>
          <a:stretch>
            <a:fillRect/>
          </a:stretch>
        </p:blipFill>
        <p:spPr bwMode="auto">
          <a:xfrm>
            <a:off x="20" y="10"/>
            <a:ext cx="772339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6" name="Content Placeholder 5125">
            <a:extLst>
              <a:ext uri="{FF2B5EF4-FFF2-40B4-BE49-F238E27FC236}">
                <a16:creationId xmlns:a16="http://schemas.microsoft.com/office/drawing/2014/main" id="{8ABD1DF5-9C72-1E56-70B3-FFB72604C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20" y="3412998"/>
            <a:ext cx="3212502" cy="2767366"/>
          </a:xfrm>
        </p:spPr>
        <p:txBody>
          <a:bodyPr>
            <a:norm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60118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Neue Haas Grotesk Text Pro</vt:lpstr>
      <vt:lpstr>VanillaVTI</vt:lpstr>
      <vt:lpstr>Biến đổi khí hậu</vt:lpstr>
      <vt:lpstr>Khí hậu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Thành</dc:creator>
  <cp:lastModifiedBy>Hiếu Thành</cp:lastModifiedBy>
  <cp:revision>1</cp:revision>
  <dcterms:created xsi:type="dcterms:W3CDTF">2025-10-04T14:07:44Z</dcterms:created>
  <dcterms:modified xsi:type="dcterms:W3CDTF">2025-10-04T14:15:57Z</dcterms:modified>
</cp:coreProperties>
</file>