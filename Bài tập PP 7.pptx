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1708171363867595E-2"/>
          <c:y val="0.13336701827548958"/>
          <c:w val="0.93829182863613236"/>
          <c:h val="0.7123446787984349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48000"/>
                </a:srgbClr>
              </a:outerShdw>
            </a:effectLst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2E5-4DC6-A4FC-63FA262399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48000"/>
                </a:srgbClr>
              </a:outerShdw>
            </a:effectLst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2E5-4DC6-A4FC-63FA2623990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48000"/>
                </a:srgbClr>
              </a:outerShdw>
            </a:effectLst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2E5-4DC6-A4FC-63FA262399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34263167"/>
        <c:axId val="1434263647"/>
      </c:lineChart>
      <c:catAx>
        <c:axId val="1434263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4263647"/>
        <c:crosses val="autoZero"/>
        <c:auto val="1"/>
        <c:lblAlgn val="ctr"/>
        <c:lblOffset val="100"/>
        <c:noMultiLvlLbl val="0"/>
      </c:catAx>
      <c:valAx>
        <c:axId val="1434263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42631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vi-VN"/>
              <a:t>Biểu đồ doanh thu </a:t>
            </a:r>
            <a:endParaRPr lang="en-US"/>
          </a:p>
        </c:rich>
      </c:tx>
      <c:layout>
        <c:manualLayout>
          <c:xMode val="edge"/>
          <c:yMode val="edge"/>
          <c:x val="0.36878903049124034"/>
          <c:y val="4.901960784313725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satMod val="100000"/>
                    <a:lumMod val="104000"/>
                  </a:schemeClr>
                </a:gs>
                <a:gs pos="78000">
                  <a:schemeClr val="accent1">
                    <a:shade val="100000"/>
                    <a:satMod val="110000"/>
                    <a:lumMod val="10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48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/>
            </a:scene3d>
            <a:sp3d>
              <a:bevelT w="508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C9-40E4-8FD3-1EDC9BBE7F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satMod val="100000"/>
                    <a:lumMod val="104000"/>
                  </a:schemeClr>
                </a:gs>
                <a:gs pos="78000">
                  <a:schemeClr val="accent2">
                    <a:shade val="100000"/>
                    <a:satMod val="110000"/>
                    <a:lumMod val="10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48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/>
            </a:scene3d>
            <a:sp3d>
              <a:bevelT w="508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C9-40E4-8FD3-1EDC9BBE7FF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satMod val="100000"/>
                    <a:lumMod val="104000"/>
                  </a:schemeClr>
                </a:gs>
                <a:gs pos="78000">
                  <a:schemeClr val="accent3">
                    <a:shade val="100000"/>
                    <a:satMod val="110000"/>
                    <a:lumMod val="10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48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/>
            </a:scene3d>
            <a:sp3d>
              <a:bevelT w="508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8C9-40E4-8FD3-1EDC9BBE7F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873887135"/>
        <c:axId val="1873888575"/>
      </c:barChart>
      <c:catAx>
        <c:axId val="18738871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3888575"/>
        <c:crosses val="autoZero"/>
        <c:auto val="1"/>
        <c:lblAlgn val="ctr"/>
        <c:lblOffset val="100"/>
        <c:noMultiLvlLbl val="0"/>
      </c:catAx>
      <c:valAx>
        <c:axId val="1873888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38871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DF5B775-3846-4C97-9F4B-E60AD78E064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5FACB615-5559-4F26-AB7E-4565D260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74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5B775-3846-4C97-9F4B-E60AD78E064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B615-5559-4F26-AB7E-4565D260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45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DF5B775-3846-4C97-9F4B-E60AD78E064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FACB615-5559-4F26-AB7E-4565D260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5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5B775-3846-4C97-9F4B-E60AD78E064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B615-5559-4F26-AB7E-4565D260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242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5B775-3846-4C97-9F4B-E60AD78E064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B615-5559-4F26-AB7E-4565D260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470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5B775-3846-4C97-9F4B-E60AD78E064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B615-5559-4F26-AB7E-4565D260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69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5B775-3846-4C97-9F4B-E60AD78E064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B615-5559-4F26-AB7E-4565D260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148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5B775-3846-4C97-9F4B-E60AD78E064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B615-5559-4F26-AB7E-4565D260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17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5B775-3846-4C97-9F4B-E60AD78E064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B615-5559-4F26-AB7E-4565D260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7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5B775-3846-4C97-9F4B-E60AD78E064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B615-5559-4F26-AB7E-4565D260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9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DF5B775-3846-4C97-9F4B-E60AD78E064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FACB615-5559-4F26-AB7E-4565D260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95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DF5B775-3846-4C97-9F4B-E60AD78E064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FACB615-5559-4F26-AB7E-4565D260B1D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9217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DF5B775-3846-4C97-9F4B-E60AD78E064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FACB615-5559-4F26-AB7E-4565D260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423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5B775-3846-4C97-9F4B-E60AD78E064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B615-5559-4F26-AB7E-4565D260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977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5B775-3846-4C97-9F4B-E60AD78E064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B615-5559-4F26-AB7E-4565D260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398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5B775-3846-4C97-9F4B-E60AD78E064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CB615-5559-4F26-AB7E-4565D260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587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DF5B775-3846-4C97-9F4B-E60AD78E064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FACB615-5559-4F26-AB7E-4565D260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948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5B775-3846-4C97-9F4B-E60AD78E0643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CB615-5559-4F26-AB7E-4565D260B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60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38D73DF-83CF-902F-A5EE-DB34B862B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dirty="0"/>
              <a:t>Biểu đồ doanh thu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80BFBB92-B21C-2981-1BFF-7C6DD6CE8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924A2CE-F3CB-FB61-7B01-E1336364FC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2751309"/>
              </p:ext>
            </p:extLst>
          </p:nvPr>
        </p:nvGraphicFramePr>
        <p:xfrm>
          <a:off x="6421582" y="3494040"/>
          <a:ext cx="5704609" cy="3363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85977C3-BA8D-F0BC-8E56-ABC3BC0E8F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7196910"/>
              </p:ext>
            </p:extLst>
          </p:nvPr>
        </p:nvGraphicFramePr>
        <p:xfrm>
          <a:off x="0" y="3494040"/>
          <a:ext cx="6421582" cy="3363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02517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5CA6E-AF81-292E-E046-5AB79F8FB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sdvkjbsdvbjkds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8D069-A56A-F51F-239E-A3EBF64E6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78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D3824-1FA6-653F-EDDB-F5B061780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jbsdvbibsd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C60AF-2524-7F01-F939-03D76659C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9934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11</TotalTime>
  <Words>12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Century Gothic</vt:lpstr>
      <vt:lpstr>Vapor Trail</vt:lpstr>
      <vt:lpstr>Biểu đồ doanh thu</vt:lpstr>
      <vt:lpstr>sdvkjbsdvbjkds</vt:lpstr>
      <vt:lpstr>jbsdvbibsd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Hiếu Thành</dc:creator>
  <cp:lastModifiedBy>Hiếu Thành</cp:lastModifiedBy>
  <cp:revision>2</cp:revision>
  <dcterms:created xsi:type="dcterms:W3CDTF">2025-09-30T12:43:23Z</dcterms:created>
  <dcterms:modified xsi:type="dcterms:W3CDTF">2025-09-30T14:33:49Z</dcterms:modified>
</cp:coreProperties>
</file>