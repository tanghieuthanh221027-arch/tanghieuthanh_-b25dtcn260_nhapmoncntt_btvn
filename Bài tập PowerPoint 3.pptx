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7" r:id="rId1"/>
  </p:sldMasterIdLst>
  <p:sldIdLst>
    <p:sldId id="257" r:id="rId2"/>
    <p:sldId id="258" r:id="rId3"/>
    <p:sldId id="259" r:id="rId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0" d="100"/>
          <a:sy n="70" d="100"/>
        </p:scale>
        <p:origin x="1166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1EADE-8E88-4C7C-8AC5-FB148DE4940E}" type="datetime1">
              <a:rPr lang="en-US" smtClean="0"/>
              <a:t>9/30/2025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36531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7B6794-849E-4626-908B-D15793550EFB}" type="datetime1">
              <a:rPr lang="en-US" smtClean="0"/>
              <a:t>9/30/2025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4042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DB64E7-5594-42A3-ADBF-E95A7ACEAD64}" type="datetime1">
              <a:rPr lang="en-US" smtClean="0"/>
              <a:t>9/30/2025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55096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462B0B-D248-4FFB-8695-AD7FA4B1284A}" type="datetime1">
              <a:rPr lang="en-US" smtClean="0"/>
              <a:t>9/30/2025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40997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378EFB-9159-4510-B73F-4F0409ADE937}" type="datetime1">
              <a:rPr lang="en-US" smtClean="0"/>
              <a:t>9/30/2025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11824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C9412-2452-4BED-A324-9D8C115361AD}" type="datetime1">
              <a:rPr lang="en-US" smtClean="0"/>
              <a:t>9/30/2025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75361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18F62-D251-40E8-A23C-F4CFE9FEAB41}" type="datetime1">
              <a:rPr lang="en-US" smtClean="0"/>
              <a:t>9/30/2025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57051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F76144-149E-4874-93A5-554A0357CF82}" type="datetime1">
              <a:rPr lang="en-US" smtClean="0"/>
              <a:t>9/30/2025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94658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A65D8-0540-4835-AE5C-25D29DBA01BE}" type="datetime1">
              <a:rPr lang="en-US" smtClean="0"/>
              <a:t>9/30/2025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20835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1BA835-12AC-4E8F-955A-EA3F4DE2791F}" type="datetime1">
              <a:rPr lang="en-US" smtClean="0"/>
              <a:t>9/30/2025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9720519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1BA835-12AC-4E8F-955A-EA3F4DE2791F}" type="datetime1">
              <a:rPr lang="en-US" smtClean="0"/>
              <a:t>9/30/2025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19089498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1BA835-12AC-4E8F-955A-EA3F4DE2791F}" type="datetime1">
              <a:rPr lang="en-US" smtClean="0"/>
              <a:t>9/30/2025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3573101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1BA835-12AC-4E8F-955A-EA3F4DE2791F}" type="datetime1">
              <a:rPr lang="en-US" smtClean="0"/>
              <a:t>9/30/2025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594500116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1BA835-12AC-4E8F-955A-EA3F4DE2791F}" type="datetime1">
              <a:rPr lang="en-US" smtClean="0"/>
              <a:t>9/30/2025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0513347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3C8B9C-477D-492A-96AD-1FC2CC997A73}" type="datetime1">
              <a:rPr lang="en-US" smtClean="0"/>
              <a:t>9/30/2025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788333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D3AED5-E26D-4E29-B1B3-7847B6779594}" type="datetime1">
              <a:rPr lang="en-US" smtClean="0"/>
              <a:t>9/30/2025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807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31BA835-12AC-4E8F-955A-EA3F4DE2791F}" type="datetime1">
              <a:rPr lang="en-US" smtClean="0"/>
              <a:t>9/30/2025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52417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8" r:id="rId1"/>
    <p:sldLayoutId id="2147483689" r:id="rId2"/>
    <p:sldLayoutId id="2147483690" r:id="rId3"/>
    <p:sldLayoutId id="2147483691" r:id="rId4"/>
    <p:sldLayoutId id="2147483692" r:id="rId5"/>
    <p:sldLayoutId id="2147483693" r:id="rId6"/>
    <p:sldLayoutId id="2147483694" r:id="rId7"/>
    <p:sldLayoutId id="2147483695" r:id="rId8"/>
    <p:sldLayoutId id="2147483696" r:id="rId9"/>
    <p:sldLayoutId id="2147483697" r:id="rId10"/>
    <p:sldLayoutId id="2147483698" r:id="rId11"/>
    <p:sldLayoutId id="2147483699" r:id="rId12"/>
    <p:sldLayoutId id="2147483700" r:id="rId13"/>
    <p:sldLayoutId id="2147483701" r:id="rId14"/>
    <p:sldLayoutId id="2147483702" r:id="rId15"/>
    <p:sldLayoutId id="2147483703" r:id="rId16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438309-5513-C20E-A4E8-C162233D78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vi-VN" dirty="0"/>
              <a:t>Bài tập Powerpoint 3 </a:t>
            </a:r>
            <a:br>
              <a:rPr lang="vi-VN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C72BCF-DFB8-4354-FAE2-B1D99D2ECA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vi-VN" dirty="0"/>
              <a:t>Tăng Hiếu Thành </a:t>
            </a:r>
          </a:p>
          <a:p>
            <a:r>
              <a:rPr lang="vi-VN" dirty="0"/>
              <a:t>22/10/2007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98114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296F1A-96BA-4355-9FB6-15EBF076F5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Thông tin cá nhân 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F6A94D-303A-C800-620C-C46CACF26C6D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vi-VN" dirty="0"/>
              <a:t>Sở thích : nghe nhạc 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5853290-DED8-C77A-BABC-F6E03C5C7D6F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0" indent="0">
              <a:buNone/>
            </a:pPr>
            <a:r>
              <a:rPr lang="vi-VN" dirty="0"/>
              <a:t>Kỹ năng : ...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979689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11352220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103</TotalTime>
  <Words>22</Words>
  <Application>Microsoft Office PowerPoint</Application>
  <PresentationFormat>Widescreen</PresentationFormat>
  <Paragraphs>6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Trebuchet MS</vt:lpstr>
      <vt:lpstr>Wingdings 3</vt:lpstr>
      <vt:lpstr>Facet</vt:lpstr>
      <vt:lpstr>Bài tập Powerpoint 3  </vt:lpstr>
      <vt:lpstr>Thông tin cá nhân 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Hiếu Thành</dc:creator>
  <cp:lastModifiedBy>Hiếu Thành</cp:lastModifiedBy>
  <cp:revision>4</cp:revision>
  <dcterms:created xsi:type="dcterms:W3CDTF">2025-09-30T00:21:05Z</dcterms:created>
  <dcterms:modified xsi:type="dcterms:W3CDTF">2025-09-30T14:33:54Z</dcterms:modified>
</cp:coreProperties>
</file>