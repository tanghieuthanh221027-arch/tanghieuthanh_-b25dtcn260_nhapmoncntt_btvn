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42" r:id="rId5"/>
    <p:sldId id="359" r:id="rId6"/>
    <p:sldId id="373" r:id="rId7"/>
    <p:sldId id="3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4" d="100"/>
          <a:sy n="74" d="100"/>
        </p:scale>
        <p:origin x="104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vi-VN" dirty="0"/>
              <a:t>Danh mục sản phẩm công ty 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vi-VN" dirty="0"/>
              <a:t>1.</a:t>
            </a:r>
            <a:r>
              <a:rPr lang="vi-VN" dirty="0">
                <a:hlinkClick r:id="rId3" action="ppaction://hlinksldjump"/>
              </a:rPr>
              <a:t>Sản phẩm a</a:t>
            </a:r>
            <a:endParaRPr lang="vi-VN" dirty="0"/>
          </a:p>
          <a:p>
            <a:r>
              <a:rPr lang="vi-VN" dirty="0"/>
              <a:t>2.</a:t>
            </a:r>
            <a:r>
              <a:rPr lang="vi-VN" dirty="0">
                <a:hlinkClick r:id="rId4" action="ppaction://hlinksldjump"/>
              </a:rPr>
              <a:t>sản phẩm b</a:t>
            </a:r>
            <a:endParaRPr lang="vi-VN" dirty="0"/>
          </a:p>
          <a:p>
            <a:r>
              <a:rPr lang="vi-VN" dirty="0"/>
              <a:t>3.</a:t>
            </a:r>
            <a:r>
              <a:rPr lang="vi-VN" dirty="0">
                <a:hlinkClick r:id="rId5" action="ppaction://hlinksldjump"/>
              </a:rPr>
              <a:t>sản phẩm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vi-VN" dirty="0"/>
              <a:t>Sản phẩm A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endParaRPr lang="en-US" dirty="0"/>
          </a:p>
        </p:txBody>
      </p:sp>
      <p:sp>
        <p:nvSpPr>
          <p:cNvPr id="2" name="TextBox 1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5DC27A69-0349-5579-95C3-B7AB439786AB}"/>
              </a:ext>
            </a:extLst>
          </p:cNvPr>
          <p:cNvSpPr txBox="1"/>
          <p:nvPr/>
        </p:nvSpPr>
        <p:spPr>
          <a:xfrm>
            <a:off x="10048009" y="6213764"/>
            <a:ext cx="477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linkClick r:id="rId3" action="ppaction://hlinksldjump"/>
              </a:rPr>
              <a:t>MENU CHÍNH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vi-VN" dirty="0"/>
              <a:t>Sản phẩm B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E4EEE-E60B-82E1-E7ED-8E109926B986}"/>
              </a:ext>
            </a:extLst>
          </p:cNvPr>
          <p:cNvSpPr txBox="1"/>
          <p:nvPr/>
        </p:nvSpPr>
        <p:spPr>
          <a:xfrm>
            <a:off x="197178" y="374073"/>
            <a:ext cx="1870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>
                    <a:lumMod val="95000"/>
                  </a:schemeClr>
                </a:solidFill>
                <a:hlinkClick r:id="rId3" action="ppaction://hlinksldjump"/>
              </a:rPr>
              <a:t>MENU CHÍNH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vi-VN" dirty="0"/>
              <a:t>Sản phẩm C</a:t>
            </a:r>
            <a:r>
              <a:rPr lang="en-US" dirty="0"/>
              <a:t>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endParaRPr lang="vi-VN" dirty="0"/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1DEAD-83DA-5B79-4EDC-AE0B8E596F53}"/>
              </a:ext>
            </a:extLst>
          </p:cNvPr>
          <p:cNvSpPr txBox="1"/>
          <p:nvPr/>
        </p:nvSpPr>
        <p:spPr>
          <a:xfrm>
            <a:off x="10276609" y="33655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linkClick r:id="rId4" action="ppaction://hlinksldjump"/>
              </a:rPr>
              <a:t>MENU CHÍNH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{1DF34452-7A32-46C1-8308-2606792BD078}TFe8699e8e-689b-4d7e-abcf-e888fd749829db3118dc_win32-d573b439b56f</Template>
  <TotalTime>6</TotalTime>
  <Words>42</Words>
  <Application>Microsoft Office PowerPoint</Application>
  <PresentationFormat>Widescreen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Nova</vt:lpstr>
      <vt:lpstr>Biome</vt:lpstr>
      <vt:lpstr>Calibri</vt:lpstr>
      <vt:lpstr>Custom</vt:lpstr>
      <vt:lpstr>Danh mục sản phẩm công ty </vt:lpstr>
      <vt:lpstr>Sản phẩm A</vt:lpstr>
      <vt:lpstr>Sản phẩm B</vt:lpstr>
      <vt:lpstr>Sản phẩm 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1</cp:revision>
  <dcterms:created xsi:type="dcterms:W3CDTF">2025-10-04T14:16:20Z</dcterms:created>
  <dcterms:modified xsi:type="dcterms:W3CDTF">2025-10-04T14:22:49Z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