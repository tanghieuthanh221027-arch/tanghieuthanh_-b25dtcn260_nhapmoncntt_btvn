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EBD04-C1D0-B649-D722-04792EC9F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6D1E1-91F7-F47F-F4EE-55508DA7F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D7DE-4504-AB06-E6CE-F14E8D58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C608-E360-39D0-2C40-F06CF7FE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F829-D2E8-F971-BF5F-DB9F4E37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8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8E29-3503-9F20-2AF0-7D45C3D7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0DB4-D9C8-9ABE-2678-94F4ECF3C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4CB21-19E4-641F-4188-CC225121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84D75-5F96-3E60-CC9C-275414AB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1E193-F0AA-02FC-DEFF-857FAF5EA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6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714B-D977-6CE3-1C21-DE27DA99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7FF4-B126-218C-52B2-4E9679090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E28DC-200F-FE0F-BCC3-ACA0F1FB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21975-97FD-EE75-CB59-19DDE437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E1979-DDD3-D59D-72C9-3B90A4AB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1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4FAF-EE88-234E-1076-139C0B97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9265-9596-EB48-C6A3-033E85B6B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7B42C-C17D-2CCE-106A-A2B263473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35F1A-08DE-A2A0-91C7-6542D5D6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4FD6C-1171-D144-1039-B4DD3741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9981-8A28-E450-F68F-E97E7434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6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0513-25E0-BFC7-B6A9-639FC803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03B4C-31D0-46C3-C94A-DCC7BE4EA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5151E-7A56-7C3B-19A5-3A53EEF31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4DF12-3D60-A40B-A70F-6801AECBD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0FECB-BFB8-14EE-FD92-95B0F920A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1BEB7-A83F-28F2-5310-36BE4B77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28BDC-A315-69CF-FCFE-62494BC8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C6BEA-737F-D16C-3525-A415AE69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1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DE8B-595E-7DDE-26DC-22D67E98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DF5E3-A98B-C5FC-1446-CB286A78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D35EA-61B0-E1D7-57EF-3E11A12A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539A9-580B-B3A4-9C05-4F1E878B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16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62D5D-4CD5-8EEA-6075-45FD0AC8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2ACBA6-BB32-84FE-788E-E283924B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18305-54C0-E3E8-DAC9-BBAFB077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7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B5FF-FCDB-744B-8CC5-C8AD91B6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74A11-8448-115C-E0BF-1164DF9E1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523D6-4BBE-1F7E-C9CA-096B6459C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FCE31-95EC-B564-ADC7-D40F2C4A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8BD0-6364-D9D0-CFAC-63C03A38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2FAB8-642C-FBF8-56E5-2BF1AC98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8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4664-7EB9-E51F-E5DE-FDCDBC33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00A0F-42BD-EF9D-88A2-D91C3F437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879D7-D3E8-6C3A-DD5F-9E6BC2DAC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33B01-888C-80F2-20D9-1835D29B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80A65-ADAD-5F5C-766C-0F833D55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DEFE-53A7-0EC5-6130-4F3881EB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7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B4FB-1824-501F-43DD-B985D60F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25588-CA1C-BC36-0200-AF82DD7D1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E9825-55DE-0B7A-3431-825E8DE6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50C99-C350-9F95-D4E5-D86CB8D7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2705-C2C4-2A8E-448F-D081E9AB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1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D7116-30FB-B07D-A501-2486AF5AC8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9F412-A8ED-52E7-169B-DDC80CDE3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2BB1F-C183-1CEF-750D-97A6786F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B4B1-5D5B-6786-0F28-E7181E5F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77302-A165-C0DD-96C0-6985B5E0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2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28A7A-2D6B-4C81-F9BB-D0A788C4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DEB1-52F0-352C-B0E5-40BA9DCD7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53BF-3C27-A4A2-67CA-22FF4B27A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BB364-F3AE-403C-BD09-5EC1AFD0C9B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46361-D342-B304-639D-9A129BCCE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148B7-4EDD-CB25-F561-71C3FD6C6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2377E-7680-48C7-B909-70E9FDCC4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8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0727-01E9-C770-171E-21FB424D34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Video minh họa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D4448-226E-C186-AF63-69F5E9416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7067134916982">
            <a:hlinkClick r:id="" action="ppaction://media"/>
            <a:extLst>
              <a:ext uri="{FF2B5EF4-FFF2-40B4-BE49-F238E27FC236}">
                <a16:creationId xmlns:a16="http://schemas.microsoft.com/office/drawing/2014/main" id="{6C10D3E8-951F-7B75-7226-6E96A84167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21763" y="0"/>
            <a:ext cx="3170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1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2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Video minh họa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1</cp:revision>
  <dcterms:created xsi:type="dcterms:W3CDTF">2025-09-30T12:50:17Z</dcterms:created>
  <dcterms:modified xsi:type="dcterms:W3CDTF">2025-09-30T14:50:06Z</dcterms:modified>
</cp:coreProperties>
</file>